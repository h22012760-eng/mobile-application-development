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1A2840">
              <a:alpha val="80000"/>
            </a:srgbClr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1A2840">
              <a:alpha val="80000"/>
            </a:srgbClr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0D2A2A">
              <a:alpha val="70000"/>
            </a:srgbClr>
          </a:solidFill>
          <a:ln w="12700">
            <a:solidFill>
              <a:srgbClr val="0D2A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274320"/>
            <a:ext cx="32004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548640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097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PuzzleVerse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Universe of Puzzles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4114800" cy="54864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tells a story. Find yours.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411480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A2236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</a:rPr>
              <a:t>v1.0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194560" y="411480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1A3A2A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0" y="41148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AF50"/>
                </a:solidFill>
              </a:rPr>
              <a:t>Android Puzzle Game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PuzzleVerse?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Android puzzle game inspired by Jigsaw Explorer but reimagined with fresh mechanics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swap scrambled image pieces to reconstruct the original picture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has a move limit — strategy matters, not just speed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scales progressively across 50 unique levels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economy rewards skill and exploration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731520"/>
            <a:ext cx="256032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3840480"/>
            <a:ext cx="1371600" cy="1371600"/>
          </a:xfrm>
          <a:prstGeom prst="ellipse">
            <a:avLst/>
          </a:prstGeom>
          <a:solidFill>
            <a:srgbClr val="0D2A2A">
              <a:alpha val="80000"/>
            </a:srgbClr>
          </a:solidFill>
          <a:ln w="12700">
            <a:solidFill>
              <a:srgbClr val="0D2A2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Play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74520" cy="3291840"/>
          </a:xfrm>
          <a:prstGeom prst="rect">
            <a:avLst/>
          </a:prstGeom>
          <a:solidFill>
            <a:srgbClr val="1A30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 &amp; Swap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slide pieces to swap their positions on the board. Simple touch controls make it intuitive.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05840"/>
            <a:ext cx="1874520" cy="3291840"/>
          </a:xfrm>
          <a:prstGeom prst="rect">
            <a:avLst/>
          </a:prstGeom>
          <a:solidFill>
            <a:srgbClr val="0D2A2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0972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0" y="1645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Auto-Snap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05740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placed neighbouring pieces snap into groups automatically — great visual feedback.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005840"/>
            <a:ext cx="1874520" cy="3291840"/>
          </a:xfrm>
          <a:prstGeom prst="rect">
            <a:avLst/>
          </a:prstGeom>
          <a:solidFill>
            <a:srgbClr val="2A1A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09728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👻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7680" y="16459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Power-Ups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05740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Ghost, Peek, and Scramble power-ups. Earned coins let you activate these strategically.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Gameplay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822960"/>
            <a:ext cx="25603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In-App Tutorial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PuzzleVerse includes a built-in 8-step interactive tutorial that walks new players through every core mechanic before their first puzzle.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572000" cy="713232"/>
          </a:xfrm>
          <a:prstGeom prst="rect">
            <a:avLst/>
          </a:prstGeom>
          <a:solidFill>
            <a:srgbClr val="0D2A2A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502920" cy="713232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916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7282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screen — arrange pieces to reveal images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4572000" cy="713232"/>
          </a:xfrm>
          <a:prstGeom prst="rect">
            <a:avLst/>
          </a:prstGeom>
          <a:solidFill>
            <a:srgbClr val="1A3040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96312"/>
            <a:ext cx="502920" cy="713232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9631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53288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 Pieces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82549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to swap; neighbours auto-join groups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00984"/>
            <a:ext cx="4572000" cy="713232"/>
          </a:xfrm>
          <a:prstGeom prst="rect">
            <a:avLst/>
          </a:prstGeom>
          <a:solidFill>
            <a:srgbClr val="2A1A40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300984"/>
            <a:ext cx="502920" cy="713232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0098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337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Ghost Image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63016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coins — faint image overlay stays visible permanently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05656"/>
            <a:ext cx="4572000" cy="713232"/>
          </a:xfrm>
          <a:prstGeom prst="rect">
            <a:avLst/>
          </a:prstGeom>
          <a:solidFill>
            <a:srgbClr val="1A2A10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105656"/>
            <a:ext cx="502920" cy="713232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0565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14223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Play!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434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tutorial and jump into Level 1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777240"/>
            <a:ext cx="1737360" cy="420624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69480" y="777240"/>
            <a:ext cx="1737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Tutorial: Power-Ups &amp;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4069080"/>
          </a:xfrm>
          <a:prstGeom prst="rect">
            <a:avLst/>
          </a:prstGeom>
          <a:solidFill>
            <a:srgbClr val="1A3040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987552"/>
            <a:ext cx="256032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944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  Peek Feature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051560" y="327355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15 coins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3584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full target image for 3 seconds. Best used when you're stuck and need a quick visual reference.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47472" y="4233672"/>
            <a:ext cx="2596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Save coins by solving easy levels without peeking!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914400"/>
            <a:ext cx="2743200" cy="4069080"/>
          </a:xfrm>
          <a:prstGeom prst="rect">
            <a:avLst/>
          </a:prstGeom>
          <a:solidFill>
            <a:srgbClr val="2A1A40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987552"/>
            <a:ext cx="2560320" cy="1920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2944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👻  Ghost Image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977640" y="327355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77640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30 coins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91840" y="3584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a permanent faint overlay of the complete image behind all puzzle pieces until you hide it.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73552" y="4233672"/>
            <a:ext cx="2596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Ghost stays on until you tap Hide Ghost!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26480" y="914400"/>
            <a:ext cx="2743200" cy="4069080"/>
          </a:xfrm>
          <a:prstGeom prst="rect">
            <a:avLst/>
          </a:prstGeom>
          <a:solidFill>
            <a:srgbClr val="2A1A10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987552"/>
            <a:ext cx="2560320" cy="19202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9443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🔀  Scramble Button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903720" y="327355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903720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FREE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217920" y="3584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Reshuffles all unplaced pieces randomly. Doesn't affect correctly placed pieces — great when stuck.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199632" y="4233672"/>
            <a:ext cx="2596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Scramble does not affect correctly placed pieces!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Tutorial: Daily Challenges &amp; Let's Go!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C0"/>
                </a:solidFill>
              </a:rPr>
              <a:t>Daily Challenges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71600"/>
            <a:ext cx="22860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34640" y="1371600"/>
            <a:ext cx="2834640" cy="731520"/>
          </a:xfrm>
          <a:prstGeom prst="rect">
            <a:avLst/>
          </a:prstGeom>
          <a:solidFill>
            <a:srgbClr val="1A2236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0" y="14264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</a:rPr>
              <a:t>📅  7×7 Grid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7190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pieces — the toughest puzzle format in the game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34640" y="2221992"/>
            <a:ext cx="2834640" cy="731520"/>
          </a:xfrm>
          <a:prstGeom prst="rect">
            <a:avLst/>
          </a:prstGeom>
          <a:solidFill>
            <a:srgbClr val="1A2236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0" y="22768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</a:rPr>
              <a:t>🪙  40 Coins Reward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26080" y="25694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coin payout — best reward available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834640" y="3072384"/>
            <a:ext cx="2834640" cy="731520"/>
          </a:xfrm>
          <a:prstGeom prst="rect">
            <a:avLst/>
          </a:prstGeom>
          <a:solidFill>
            <a:srgbClr val="1A2236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31272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</a:rPr>
              <a:t>⏰  Once Per Day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341985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challenge can only be played one time daily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834640" y="3922776"/>
            <a:ext cx="2834640" cy="731520"/>
          </a:xfrm>
          <a:prstGeom prst="rect">
            <a:avLst/>
          </a:prstGeom>
          <a:solidFill>
            <a:srgbClr val="1A2236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26080" y="3977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</a:rPr>
              <a:t>🔓  New Unlock Daily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26080" y="4270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challenge unlocks every 24 hours automatically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943600" y="960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A825"/>
                </a:solidFill>
              </a:rPr>
              <a:t>Ready to Play!</a:t>
            </a:r>
            <a:endParaRPr lang="en-US" sz="15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371600"/>
            <a:ext cx="2926080" cy="34747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C0"/>
                </a:solidFill>
              </a:rPr>
              <a:t>🚀  Complete the tutorial → Level 1 unlocks → Begin your PuzzleVerse journey!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50-Level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468880" cy="1554480"/>
          </a:xfrm>
          <a:prstGeom prst="rect">
            <a:avLst/>
          </a:prstGeom>
          <a:solidFill>
            <a:srgbClr val="1A2236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Unique Levels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Each with a different image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914400"/>
            <a:ext cx="2468880" cy="1554480"/>
          </a:xfrm>
          <a:prstGeom prst="rect">
            <a:avLst/>
          </a:prstGeom>
          <a:solidFill>
            <a:srgbClr val="1A2236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960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10896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Move Limit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Per level to complete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914400"/>
            <a:ext cx="2468880" cy="1554480"/>
          </a:xfrm>
          <a:prstGeom prst="rect">
            <a:avLst/>
          </a:prstGeom>
          <a:solidFill>
            <a:srgbClr val="1A2236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960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85216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Difficulty Tiers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</a:rPr>
              <a:t>Easy → Medium → Hard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C0"/>
                </a:solidFill>
              </a:rPr>
              <a:t>Progressive Difficulty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unlock sequentially — complete one to access the next.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scrambled pieces grows with each level, making later stages significantly more challenging.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each level earns +10 coins to spend on power-ups.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822960"/>
            <a:ext cx="29260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Challenges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283464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474720" y="914400"/>
            <a:ext cx="5303520" cy="1188720"/>
          </a:xfrm>
          <a:prstGeom prst="rect">
            <a:avLst/>
          </a:prstGeom>
          <a:solidFill>
            <a:srgbClr val="2A2010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566160" y="1005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🗓️  30 Daily Challenges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566160" y="1417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Complete 1 challenge per day — fresh content every 24 hours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56616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Daily Streak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25786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streak alive by playing every day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566160" y="2944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One Per Day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49040" y="323697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challenge unlocks daily — pace your progress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66160" y="36027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Reward System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49040" y="389534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a daily challenge earns coins &amp; achievements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566160" y="42611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Track Progress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49040" y="45537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0/30 tracker shows your overall challenge completion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Achievements &amp; Rewards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822960"/>
            <a:ext cx="310896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914400"/>
            <a:ext cx="5029200" cy="822960"/>
          </a:xfrm>
          <a:prstGeom prst="rect">
            <a:avLst/>
          </a:prstGeom>
          <a:solidFill>
            <a:srgbClr val="1A2030"/>
          </a:solidFill>
          <a:ln w="19050">
            <a:solidFill>
              <a:srgbClr val="00D9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914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C0"/>
                </a:solidFill>
              </a:rPr>
              <a:t>18 Total Achievements  |  Bronze · Silver · Gold tiers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920240"/>
            <a:ext cx="2377440" cy="2834640"/>
          </a:xfrm>
          <a:prstGeom prst="rect">
            <a:avLst/>
          </a:prstGeom>
          <a:solidFill>
            <a:srgbClr val="161B27"/>
          </a:solidFill>
          <a:ln w="19050">
            <a:solidFill>
              <a:srgbClr val="CD7F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920240"/>
            <a:ext cx="2377440" cy="384048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920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Bronze Tier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377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Piece — Complete your first puzzle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29443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 Reaction — Snap 5+ pieces at once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351129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Debut — Finish your first daily challenge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40782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Eagle Eye — Use the Peek feature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017520" y="1920240"/>
            <a:ext cx="2377440" cy="2834640"/>
          </a:xfrm>
          <a:prstGeom prst="rect">
            <a:avLst/>
          </a:prstGeom>
          <a:solidFill>
            <a:srgbClr val="161B27"/>
          </a:solidFill>
          <a:ln w="19050">
            <a:solidFill>
              <a:srgbClr val="A8A9A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17520" y="1920240"/>
            <a:ext cx="2377440" cy="384048"/>
          </a:xfrm>
          <a:prstGeom prst="rect">
            <a:avLst/>
          </a:prstGeom>
          <a:solidFill>
            <a:srgbClr val="A8A9AD"/>
          </a:solidFill>
          <a:ln w="12700">
            <a:solidFill>
              <a:srgbClr val="A8A9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17520" y="1920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Silver Tier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108960" y="2377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Getting Hooked — Complete 10 home levels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108960" y="29443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Pure Instinct — Finish a hard level without Peek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108960" y="351129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Speed Solver — Complete a level in under 3 mins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4709160"/>
            <a:ext cx="5120640" cy="347472"/>
          </a:xfrm>
          <a:prstGeom prst="rect">
            <a:avLst/>
          </a:prstGeom>
          <a:solidFill>
            <a:srgbClr val="2A200A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7091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A825"/>
                </a:solidFill>
              </a:rPr>
              <a:t>🪙  Each achievement grants +20 to +50 coins as reward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Gameplay in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</a:rPr>
              <a:t>Level Start Preview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80160"/>
            <a:ext cx="384048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</a:rPr>
              <a:t>Scrambled Board (In-Progress)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280160"/>
            <a:ext cx="384048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236"/>
          </a:solidFill>
          <a:ln w="12700">
            <a:solidFill>
              <a:srgbClr val="1A223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9C0"/>
                </a:solidFill>
              </a:rPr>
              <a:t>👻 Ghost (30 coins)   |   👁 Peek (15 coins)   |   🔀 Scramble   |   60 moves per level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Settings &amp; Features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27432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383280" y="914400"/>
            <a:ext cx="2651760" cy="1828800"/>
          </a:xfrm>
          <a:prstGeom prst="rect">
            <a:avLst/>
          </a:prstGeom>
          <a:solidFill>
            <a:srgbClr val="1A28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83280" y="10241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38328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</a:rPr>
              <a:t>Audio Control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493008" y="17830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effects &amp; relaxing background music — both toggleable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914400"/>
            <a:ext cx="2651760" cy="1828800"/>
          </a:xfrm>
          <a:prstGeom prst="rect">
            <a:avLst/>
          </a:prstGeom>
          <a:solidFill>
            <a:srgbClr val="0D2A2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10241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📳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30936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</a:rPr>
              <a:t>Haptics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19088" y="17830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feedback when pieces snap into place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2926080"/>
            <a:ext cx="2651760" cy="1828800"/>
          </a:xfrm>
          <a:prstGeom prst="rect">
            <a:avLst/>
          </a:prstGeom>
          <a:solidFill>
            <a:srgbClr val="2A200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0" y="3035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🪙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8328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</a:rPr>
              <a:t>Coin System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93008" y="37947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coins from levels &amp; achievements. Spend on power-ups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2926080"/>
            <a:ext cx="2651760" cy="1828800"/>
          </a:xfrm>
          <a:prstGeom prst="rect">
            <a:avLst/>
          </a:prstGeom>
          <a:solidFill>
            <a:srgbClr val="2A1A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035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🕵️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0936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9C0"/>
                </a:solidFill>
              </a:rPr>
              <a:t>Mystery Mode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19088" y="37947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reveals progressively as you place correct pieces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PuzzleVerse Stands 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645920"/>
          </a:xfrm>
          <a:prstGeom prst="rect">
            <a:avLst/>
          </a:prstGeom>
          <a:solidFill>
            <a:srgbClr val="1A2236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87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Levels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65960" cy="1645920"/>
          </a:xfrm>
          <a:prstGeom prst="rect">
            <a:avLst/>
          </a:prstGeom>
          <a:solidFill>
            <a:srgbClr val="1A2236"/>
          </a:solidFill>
          <a:ln w="25400">
            <a:solidFill>
              <a:srgbClr val="00D9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987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6888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Daily Challenges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965960" cy="1645920"/>
          </a:xfrm>
          <a:prstGeom prst="rect">
            <a:avLst/>
          </a:prstGeom>
          <a:solidFill>
            <a:srgbClr val="1A2236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987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1772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Achievements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1965960" cy="1645920"/>
          </a:xfrm>
          <a:prstGeom prst="rect">
            <a:avLst/>
          </a:prstGeom>
          <a:solidFill>
            <a:srgbClr val="1A2236"/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98755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6656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53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76656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Moves/Level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9C0"/>
                </a:solidFill>
              </a:rPr>
              <a:t>What Makes It Different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Swap-based mechanics vs. traditional drag-to-slot — unique feel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Move-limited gameplay adds strategy depth not found in standard jigsaw apps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Auto-snap group mechanic for satisfying chain reactions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Mystery Mode: progressive reveal keeps players engaged and curious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Robust coin economy with power-ups encourages replay without being pay-to-win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D2A2A">
              <a:alpha val="70000"/>
            </a:srgbClr>
          </a:solidFill>
          <a:ln w="12700">
            <a:solidFill>
              <a:srgbClr val="0D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474720"/>
            <a:ext cx="2286000" cy="2286000"/>
          </a:xfrm>
          <a:prstGeom prst="ellipse">
            <a:avLst/>
          </a:prstGeom>
          <a:solidFill>
            <a:srgbClr val="1A2840">
              <a:alpha val="70000"/>
            </a:srgbClr>
          </a:solidFill>
          <a:ln w="12700">
            <a:solidFill>
              <a:srgbClr val="1A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828800" cy="1828800"/>
          </a:xfrm>
          <a:prstGeom prst="ellipse">
            <a:avLst/>
          </a:prstGeom>
          <a:solidFill>
            <a:srgbClr val="1A2030">
              <a:alpha val="80000"/>
            </a:srgbClr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77640" y="548640"/>
            <a:ext cx="1188720" cy="11887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7640" y="5486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D9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PuzzleVerse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Universe of Puzzles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3154680"/>
            <a:ext cx="3657600" cy="54864"/>
          </a:xfrm>
          <a:prstGeom prst="rect">
            <a:avLst/>
          </a:prstGeom>
          <a:solidFill>
            <a:srgbClr val="00D9C0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3375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A2236"/>
          </a:solidFill>
          <a:ln w="15240">
            <a:solidFill>
              <a:srgbClr val="00D9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</a:rPr>
              <a:t>50 Levels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42062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A2236"/>
          </a:solidFill>
          <a:ln w="15240">
            <a:solidFill>
              <a:srgbClr val="00D9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</a:rPr>
              <a:t>30 Daily Challenges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42062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A2236"/>
          </a:solidFill>
          <a:ln w="15240">
            <a:solidFill>
              <a:srgbClr val="00D9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</a:rPr>
              <a:t>18 Achievements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42062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A2236"/>
          </a:solidFill>
          <a:ln w="15240">
            <a:solidFill>
              <a:srgbClr val="00D9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</a:rPr>
              <a:t>Android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PuzzleVerse - A Universe of Puzzles</dc:title>
  <dc:subject>PptxGenJS Presentation</dc:subject>
  <dc:creator>PptxGenJS</dc:creator>
  <cp:lastModifiedBy>PptxGenJS</cp:lastModifiedBy>
  <cp:revision>1</cp:revision>
  <dcterms:created xsi:type="dcterms:W3CDTF">2026-05-11T03:59:42Z</dcterms:created>
  <dcterms:modified xsi:type="dcterms:W3CDTF">2026-05-11T03:59:42Z</dcterms:modified>
</cp:coreProperties>
</file>